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949FE-16C5-4DD1-88AD-01A994FBFA42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851A8-F5DF-4DF0-86B1-15A36FE6A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31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49FB3-3868-E96A-91D9-D1C8B7837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114942-1C05-53E1-4667-B2BCE2781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5E0F58-8AFB-EE49-C9B2-2768578AE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FE9F1-2E53-4BDC-8EE8-0E26EE575B78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CD20A0-509B-AA54-A0E8-F3719B98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5A32CB-3092-6A70-8CD1-BEB2DF8F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789E-A317-416E-9CCA-F29AB3AFF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366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7215E-7E75-9802-A2AF-650F861C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C47C58-0A16-0A7D-253D-B9621AC93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A0FF6E-E141-AA2C-88E0-2E53BBE9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F77C-9CCF-45B8-9F66-5B54F11FE3C7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5F42C3-A9E3-72F3-ECFF-F00F16F8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73A486-4FC2-6A68-E533-D648F898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789E-A317-416E-9CCA-F29AB3AFF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56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93E18-99FA-E40E-6048-308CB337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ABE2B1-F4B8-FFB7-9505-394867EE0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B4374D-8627-3B9B-9EDE-57FF0CB1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D6DD-5607-4D18-B728-74098D712864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D032B0-ED5A-6D7D-2810-0969530F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20B8C1-0D7D-8567-8D83-DB4ACC8A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789E-A317-416E-9CCA-F29AB3AFF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42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8E864-ACDB-998E-A0A7-3BA1602F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5FBBB-9001-8063-7FB5-8533D6CCB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650580-C6DB-E49F-0094-3D239E636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705934-0FD6-D539-DB87-F5E377021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3203A-7756-4F8D-B8B0-7F9D79B62514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C52E3C-288A-1F06-7987-7BC71B42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9E32C2-3909-B6A0-D3A3-871B848C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789E-A317-416E-9CCA-F29AB3AFF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07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D42B8-BC9A-760E-24D1-295DFF5B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5F76C1-017B-E59B-F75C-97CEE7ED0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74D5F1-CB95-A116-AAF8-C8B38AEBB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89D4F0-DE2E-2456-3893-DAF7CE400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428E33-320C-0D1E-8E72-1E8CA1983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1EFEA6-64BD-7416-4917-2361BCADA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6FADB-FEA3-45B9-81B0-4BD05F1D3AD8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36D827-3F78-1147-F489-1F3A0DAF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971D1C-B498-624C-DED1-16BEB009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789E-A317-416E-9CCA-F29AB3AFF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757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2350D-E407-2609-D59B-E39C99DB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F99C812-6786-530C-6431-5F60A78AB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84C7-FC64-4539-A68F-BFCDC7E7F09D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37FED2-DAE1-D625-3536-BAAE00DF1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FB48E2-0707-1216-55BC-D994E065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789E-A317-416E-9CCA-F29AB3AFF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86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74A7E0-C4AB-593F-B7B7-F185D879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E782-C75A-4358-B518-8A45C0274B50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40DF0E-12C4-4FB0-0009-99D1C6D2D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68A500-0C6D-759D-FB99-238C541FB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789E-A317-416E-9CCA-F29AB3AFF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45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6E8B39-F536-CA6B-69E9-4FD8CE3B8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04CD06-B3DB-1B61-0C3C-4DCDEBD76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A4DB62-6F1E-70E6-E4F2-C5E792CE4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B8C516-EDF4-C4C9-0607-684C0F2C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ACF39-1BD6-484B-AD11-CA12D63C0814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E95D2B-4B0A-9ED3-B082-769B224B5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138D6B-5989-7E37-55D0-4E0826FEC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789E-A317-416E-9CCA-F29AB3AFF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09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4D8E9-2F8D-9059-A516-00099CC79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45ADBC-7480-C510-0AD8-F3DB80D5A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03A823-4F98-94C0-65D6-A68D064B4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2DDCB5-FD74-63C9-5BA6-9C7F4AE4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B4B97-80C2-4B5C-B593-764DDBEBF969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CF0B35-F707-91DA-9C06-4B3C3FE2F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31D4B2-327B-45BB-E536-94F7CA70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789E-A317-416E-9CCA-F29AB3AFF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36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95106-A934-41D2-40BF-E710A184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A88BEB-F2D3-FEFD-46A9-8BA315C6B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B38755-0795-98F3-530B-2E4C97EA7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7C268-0427-488E-A72D-C4893179D272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6FBB00-B92A-B096-ECD5-9D72509F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1F5C52-DC08-D4A7-8EAD-3DCF5C9A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789E-A317-416E-9CCA-F29AB3AFF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81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40B0D9-5B8A-BF01-D43E-90C5326CD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8E5CC1-A914-308A-E0A0-CF9100107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22FFC8-CFAA-59BA-570A-51B79614A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7EDA-2F3B-4EFF-899F-73DCDD18D653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A2A5B-3945-BF97-2067-A57840D1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05D557-C98A-3834-53F2-153B5604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789E-A317-416E-9CCA-F29AB3AFF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921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F5406C-B9FD-6E5C-315E-A900F2944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C18902-BDB1-C9CF-D48A-EB1294210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C2C35-C009-CDEC-C0E8-DC9A41D93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279C8-6420-4477-A13D-2997E50381CB}" type="datetime1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D989C-182F-1C02-87D4-0BDB20A09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96C684-B327-50F2-7621-572FE9324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1789E-A317-416E-9CCA-F29AB3AFFF3D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2752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51CFC-CF0C-E2F5-23AF-9C2A02C6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A5B59-9607-174C-87A3-4886CC90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56909" cy="1325563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典型高约束运行模式聚变堆面临的重要挑战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C8229-E450-1F04-0484-A4518DE4F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68" y="1427578"/>
            <a:ext cx="6672532" cy="190098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进入高约束模需要高辅助加热功率（</a:t>
            </a:r>
            <a:r>
              <a:rPr lang="en-US" altLang="zh-CN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P_ext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高加热功率需要偏滤器脱靶运行解决稳态热负荷问题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ELM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爆发产生巨大瞬态热负荷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CA9F83-5447-7384-BA15-AB259D611384}"/>
              </a:ext>
            </a:extLst>
          </p:cNvPr>
          <p:cNvSpPr txBox="1"/>
          <p:nvPr/>
        </p:nvSpPr>
        <p:spPr>
          <a:xfrm>
            <a:off x="414068" y="2998153"/>
            <a:ext cx="6804127" cy="243226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0" lvl="1"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科学挑战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难以提高聚变增益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Q=</a:t>
            </a:r>
            <a:r>
              <a:rPr lang="en-US" altLang="zh-CN" sz="24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P_fus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P_ext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工程挑战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高辅助加热功率技术难、成本高；偏滤器热负荷处理难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A05777-B8CD-D8D8-F7B0-3A8916702FFB}"/>
              </a:ext>
            </a:extLst>
          </p:cNvPr>
          <p:cNvSpPr txBox="1"/>
          <p:nvPr/>
        </p:nvSpPr>
        <p:spPr>
          <a:xfrm>
            <a:off x="1416168" y="5303155"/>
            <a:ext cx="4976976" cy="131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 algn="ctr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亟需探索实现高聚变性能的其它方案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CD9FA2-5F0E-1D88-9A13-9808FCDE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6468" y="5958303"/>
            <a:ext cx="2022161" cy="365125"/>
          </a:xfrm>
        </p:spPr>
        <p:txBody>
          <a:bodyPr/>
          <a:lstStyle/>
          <a:p>
            <a:fld id="{6BD1789E-A317-416E-9CCA-F29AB3AFFF3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FEF0E60-4166-E73F-D2B7-3CF4F0EF2A70}"/>
              </a:ext>
            </a:extLst>
          </p:cNvPr>
          <p:cNvSpPr txBox="1">
            <a:spLocks/>
          </p:cNvSpPr>
          <p:nvPr/>
        </p:nvSpPr>
        <p:spPr>
          <a:xfrm>
            <a:off x="7218194" y="365125"/>
            <a:ext cx="41356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强磁场、反三角、高增益</a:t>
            </a:r>
            <a:endParaRPr lang="zh-CN" alt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32D796F-7684-7E96-8798-3B04B11C1AA3}"/>
              </a:ext>
            </a:extLst>
          </p:cNvPr>
          <p:cNvSpPr txBox="1">
            <a:spLocks/>
          </p:cNvSpPr>
          <p:nvPr/>
        </p:nvSpPr>
        <p:spPr>
          <a:xfrm>
            <a:off x="7349789" y="1653246"/>
            <a:ext cx="4352167" cy="355150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强磁场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提高欧姆加热，约束性能好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反三角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可以在无需进入高约束运行模式的情况下实现良好的约束性能，且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ELM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爆发带来的瞬态热负荷问题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无需高辅助加热功率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稳态热负荷也可以减轻</a:t>
            </a:r>
            <a:endParaRPr lang="zh-CN" altLang="en-US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EB5F5BDF-13A5-4C4D-CE41-FF1A5B4DC12E}"/>
              </a:ext>
            </a:extLst>
          </p:cNvPr>
          <p:cNvSpPr txBox="1">
            <a:spLocks/>
          </p:cNvSpPr>
          <p:nvPr/>
        </p:nvSpPr>
        <p:spPr>
          <a:xfrm>
            <a:off x="10274946" y="6356350"/>
            <a:ext cx="10788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BD1789E-A317-416E-9CCA-F29AB3AFFF3D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DE5EF2-155F-CEDB-1C4B-E0BFC49F2F0B}"/>
              </a:ext>
            </a:extLst>
          </p:cNvPr>
          <p:cNvSpPr txBox="1"/>
          <p:nvPr/>
        </p:nvSpPr>
        <p:spPr>
          <a:xfrm>
            <a:off x="7523943" y="5265804"/>
            <a:ext cx="41780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强磁场、反三角 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有望实现无</a:t>
            </a:r>
            <a:r>
              <a:rPr lang="en-US" alt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/</a:t>
            </a: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低辅助加热情况下的高增益聚变堆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44910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2007</TotalTime>
  <Words>159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Wingdings</vt:lpstr>
      <vt:lpstr>Office 主题​​</vt:lpstr>
      <vt:lpstr>典型高约束运行模式聚变堆面临的重要挑战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wang</dc:creator>
  <cp:lastModifiedBy>乐群 蒋</cp:lastModifiedBy>
  <cp:revision>13</cp:revision>
  <dcterms:created xsi:type="dcterms:W3CDTF">2025-12-03T12:59:28Z</dcterms:created>
  <dcterms:modified xsi:type="dcterms:W3CDTF">2025-12-12T15:12:58Z</dcterms:modified>
</cp:coreProperties>
</file>