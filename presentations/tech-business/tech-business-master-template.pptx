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6000" b="1">
                <a:solidFill>
                  <a:srgbClr val="0B3B71"/>
                </a:solidFill>
                <a:latin typeface="Arial"/>
              </a:defRPr>
            </a:pPr>
            <a:r>
              <a:t>科技商业演示模板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3200">
                <a:solidFill>
                  <a:srgbClr val="0CAAAA"/>
                </a:solidFill>
                <a:latin typeface="Arial"/>
              </a:defRPr>
            </a:pPr>
            <a:r>
              <a:t>Tech-Business Presentation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800" b="1">
                <a:solidFill>
                  <a:srgbClr val="0B3B71"/>
                </a:solidFill>
                <a:latin typeface="Arial"/>
              </a:defRPr>
            </a:pPr>
            <a:r>
              <a:t>主要特点 /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主题色：主色 #0B3B71，辅色 #0CAAAA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背景色：中性 #F5F7FA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字体：中文 Noto Sans CJK / PingFang SC，英文 Montserrat / Arial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标题：56-64pt 加粗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正文：22-28pt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  <a:latin typeface="Arial"/>
              </a:defRPr>
            </a:pPr>
            <a:r>
              <a:t>版式：16:9 宽屏格式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800" b="1">
                <a:solidFill>
                  <a:srgbClr val="0B3B71"/>
                </a:solidFill>
                <a:latin typeface="Arial"/>
              </a:defRPr>
            </a:pPr>
            <a:r>
              <a:t>双栏布局示例 / Two-Column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3B71"/>
                </a:solidFill>
                <a:latin typeface="Arial"/>
              </a:defRPr>
            </a:pPr>
            <a:r>
              <a:t>左栏内容 / Left Column</a:t>
            </a:r>
          </a:p>
          <a:p>
            <a:pPr>
              <a:defRPr sz="2200">
                <a:solidFill>
                  <a:srgbClr val="333333"/>
                </a:solidFill>
                <a:latin typeface="Arial"/>
              </a:defRPr>
            </a:pPr>
            <a:r>
              <a:t>• 要点一</a:t>
            </a:r>
            <a:br/>
            <a:r>
              <a:t>• 要点二</a:t>
            </a:r>
            <a:br/>
            <a:r>
              <a:t>• 要点三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3B71"/>
                </a:solidFill>
                <a:latin typeface="Arial"/>
              </a:defRPr>
            </a:pPr>
            <a:r>
              <a:t>右栏内容 / Right Column</a:t>
            </a:r>
          </a:p>
          <a:p>
            <a:pPr>
              <a:defRPr sz="2200">
                <a:solidFill>
                  <a:srgbClr val="333333"/>
                </a:solidFill>
                <a:latin typeface="Arial"/>
              </a:defRPr>
            </a:pPr>
            <a:r>
              <a:t>• 要点一</a:t>
            </a:r>
            <a:br/>
            <a:r>
              <a:t>• 要点二</a:t>
            </a:r>
            <a:br/>
            <a:r>
              <a:t>• 要点三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B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5600" b="1">
                <a:solidFill>
                  <a:srgbClr val="FFFFFF"/>
                </a:solidFill>
                <a:latin typeface="Arial"/>
              </a:defRPr>
            </a:pPr>
            <a:r>
              <a:t>结论 /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defRPr sz="4800">
                <a:solidFill>
                  <a:srgbClr val="FFFFFF"/>
                </a:solidFill>
                <a:latin typeface="Arial"/>
              </a:defRPr>
            </a:pPr>
            <a:r>
              <a:t>谢谢 /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